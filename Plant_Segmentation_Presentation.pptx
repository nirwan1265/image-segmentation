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screenshot of the main app window showing the full interface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screenshot of the Edit Mask dialog showing control points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screenshot of Leaf Completion tab showing before/after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screenshot of the Edit Shape dialog for leaf completion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Plant Image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7AB2B2"/>
                </a:solidFill>
              </a:defRPr>
            </a:pPr>
            <a:r>
              <a:t>Interactive GUI for SAM2-based Leaf Segmentation &amp; Phenotyping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5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Desktop GUI application for plant phenotyping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Uses SAM2 (Segment Anything Model 2) for automatic mask generation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Interactive tools for mask editing and refinement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Leaf shape completion for occluded leaves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Export phenotype metrics (area, length, width, color stats)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Batch processing for high-throughput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5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is SAM? (Segment Anything Model)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Foundation model for image segmentation by Meta AI (2023)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Trained on 11 million images and 1.1 billion masks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Can segment ANY object without task-specific training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Promptable: points, boxes, or text can guide segmentation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SAM2 (2024): Improved architecture with video support</a:t>
            </a:r>
          </a:p>
          <a:p>
            <a:pPr lvl="1">
              <a:spcAft>
                <a:spcPts val="1200"/>
              </a:spcAft>
              <a:defRPr sz="2000">
                <a:solidFill>
                  <a:srgbClr val="05445E"/>
                </a:solidFill>
              </a:defRPr>
            </a:pPr>
            <a:r>
              <a:t>    • Uses Hiera vision transformer backbone</a:t>
            </a:r>
          </a:p>
          <a:p>
            <a:pPr lvl="1">
              <a:spcAft>
                <a:spcPts val="1200"/>
              </a:spcAft>
              <a:defRPr sz="2000">
                <a:solidFill>
                  <a:srgbClr val="05445E"/>
                </a:solidFill>
              </a:defRPr>
            </a:pPr>
            <a:r>
              <a:t>    • Better quality masks with fewer parameters</a:t>
            </a:r>
          </a:p>
          <a:p>
            <a:pPr lvl="1">
              <a:spcAft>
                <a:spcPts val="1200"/>
              </a:spcAft>
              <a:defRPr sz="2000">
                <a:solidFill>
                  <a:srgbClr val="05445E"/>
                </a:solidFill>
              </a:defRPr>
            </a:pPr>
            <a:r>
              <a:t>    • Supports real-time interactive segmentation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5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SAM2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88395"/>
                </a:solidFill>
              </a:defRPr>
            </a:pPr>
            <a:r>
              <a:t>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Image Encoder (Hiera ViT)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  Processes image into embeddings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  Hierarchical vision transformer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  Pre-computed for efficiency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Prompt Encoder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  Encodes points, boxes, masks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  Sparse (points) + dense (masks)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  Positional encodings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88395"/>
                </a:solidFill>
              </a:defRPr>
            </a:pPr>
            <a:r>
              <a:t>Components (cont.)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Mask Decoder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  Lightweight transformer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  Generates mask predictions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  Outputs multiple valid masks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Memory Attention (SAM2)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  Tracks objects across frames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  Enables video segmentation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  Temporal consistency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5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How SAM Segmentation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Automatic Mask Generation Mode:</a:t>
            </a:r>
          </a:p>
          <a:p>
            <a:pPr lvl="1">
              <a:spcAft>
                <a:spcPts val="1200"/>
              </a:spcAft>
              <a:defRPr sz="2000">
                <a:solidFill>
                  <a:srgbClr val="05445E"/>
                </a:solidFill>
              </a:defRPr>
            </a:pPr>
            <a:r>
              <a:t>    • Grid of points sampled across image</a:t>
            </a:r>
          </a:p>
          <a:p>
            <a:pPr lvl="1">
              <a:spcAft>
                <a:spcPts val="1200"/>
              </a:spcAft>
              <a:defRPr sz="2000">
                <a:solidFill>
                  <a:srgbClr val="05445E"/>
                </a:solidFill>
              </a:defRPr>
            </a:pPr>
            <a:r>
              <a:t>    • Each point generates candidate masks</a:t>
            </a:r>
          </a:p>
          <a:p>
            <a:pPr lvl="1">
              <a:spcAft>
                <a:spcPts val="1200"/>
              </a:spcAft>
              <a:defRPr sz="2000">
                <a:solidFill>
                  <a:srgbClr val="05445E"/>
                </a:solidFill>
              </a:defRPr>
            </a:pPr>
            <a:r>
              <a:t>    • Non-maximum suppression removes duplicates</a:t>
            </a:r>
          </a:p>
          <a:p>
            <a:pPr lvl="1">
              <a:spcAft>
                <a:spcPts val="1200"/>
              </a:spcAft>
              <a:defRPr sz="2000">
                <a:solidFill>
                  <a:srgbClr val="05445E"/>
                </a:solidFill>
              </a:defRPr>
            </a:pPr>
            <a:r>
              <a:t>    • Filters by predicted IoU and stability score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Key Parameters:</a:t>
            </a:r>
          </a:p>
          <a:p>
            <a:pPr lvl="1">
              <a:spcAft>
                <a:spcPts val="1200"/>
              </a:spcAft>
              <a:defRPr sz="2000">
                <a:solidFill>
                  <a:srgbClr val="05445E"/>
                </a:solidFill>
              </a:defRPr>
            </a:pPr>
            <a:r>
              <a:t>    • points_per_side: Density of point grid (default: 32)</a:t>
            </a:r>
          </a:p>
          <a:p>
            <a:pPr lvl="1">
              <a:spcAft>
                <a:spcPts val="1200"/>
              </a:spcAft>
              <a:defRPr sz="2000">
                <a:solidFill>
                  <a:srgbClr val="05445E"/>
                </a:solidFill>
              </a:defRPr>
            </a:pPr>
            <a:r>
              <a:t>    • pred_iou_thresh: Minimum IoU confidence (default: 0.88)</a:t>
            </a:r>
          </a:p>
          <a:p>
            <a:pPr lvl="1">
              <a:spcAft>
                <a:spcPts val="1200"/>
              </a:spcAft>
              <a:defRPr sz="2000">
                <a:solidFill>
                  <a:srgbClr val="05445E"/>
                </a:solidFill>
              </a:defRPr>
            </a:pPr>
            <a:r>
              <a:t>    • stability_score_thresh: Mask stability filter (default: 0.95)</a:t>
            </a:r>
          </a:p>
          <a:p>
            <a:pPr lvl="1">
              <a:spcAft>
                <a:spcPts val="1200"/>
              </a:spcAft>
              <a:defRPr sz="2000">
                <a:solidFill>
                  <a:srgbClr val="05445E"/>
                </a:solidFill>
              </a:defRPr>
            </a:pPr>
            <a:r>
              <a:t>    • min_mask_region_area: Remove tiny masks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5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Plant Segmenter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10362895" cy="4754880"/>
          </a:xfrm>
          <a:prstGeom prst="roundRect">
            <a:avLst/>
          </a:prstGeom>
          <a:solidFill>
            <a:srgbClr val="EBF4F6"/>
          </a:solidFill>
          <a:ln w="25400">
            <a:solidFill>
              <a:srgbClr val="0883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3200400"/>
            <a:ext cx="4876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88395"/>
                </a:solidFill>
              </a:defRPr>
            </a:pPr>
            <a:r>
              <a:t>[ Insert Screenshot Here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05445E"/>
                </a:solidFill>
              </a:defRPr>
            </a:pPr>
            <a:r>
              <a:t>Main interface showing image preview, masks panel, and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5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Application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Model Panel: Load SAM2 bundles or custom trained models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Image Controls: Brightness, contrast, saturation, sharpness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Automatic Segmentation: One-click mask generation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Mask Management: Select, delete, combine, refine masks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Mask Editing: Edit boundaries by dragging control points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Leaf Completion: Complete partial/occluded leaf shapes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Leaf Unfolding: Unfold folded leaves by rotating segments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Batch Processing: Process entire folders automatically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Export: Save masks and phenotype metrics to CSV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5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Mask Editing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88395"/>
                </a:solidFill>
              </a:defRPr>
            </a:pPr>
            <a:r>
              <a:t>Toolbar Buttons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🗑 Delete - Remove selected masks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✖ Clear - Remove all masks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🔗 Combine - Merge masks into one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🔍 Refine - Re-segment within region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✏ Edit - Edit mask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88395"/>
                </a:solidFill>
              </a:defRPr>
            </a:pPr>
            <a:r>
              <a:t>Contour Editor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Edit Boundary Features: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Drag points to reshape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Ctrl/Cmd+click to add points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Shift+click to delete points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Smooth button for curves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Reset to original shape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5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Edit Mask Boundary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10362895" cy="4754880"/>
          </a:xfrm>
          <a:prstGeom prst="roundRect">
            <a:avLst/>
          </a:prstGeom>
          <a:solidFill>
            <a:srgbClr val="EBF4F6"/>
          </a:solidFill>
          <a:ln w="25400">
            <a:solidFill>
              <a:srgbClr val="0883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3200400"/>
            <a:ext cx="4876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88395"/>
                </a:solidFill>
              </a:defRPr>
            </a:pPr>
            <a:r>
              <a:t>[ Insert Screenshot Here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05445E"/>
                </a:solidFill>
              </a:defRPr>
            </a:pPr>
            <a:r>
              <a:t>Contour editor with draggable control points for precise mask editing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5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Leaf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Purpose: Complete partial or occluded leaf masks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Geometric Shape Fitting:</a:t>
            </a:r>
          </a:p>
          <a:p>
            <a:pPr lvl="1">
              <a:spcAft>
                <a:spcPts val="1200"/>
              </a:spcAft>
              <a:defRPr sz="2000">
                <a:solidFill>
                  <a:srgbClr val="05445E"/>
                </a:solidFill>
              </a:defRPr>
            </a:pPr>
            <a:r>
              <a:t>    • Fits ellipse/oval to mask contour using cv2.fitEllipse()</a:t>
            </a:r>
          </a:p>
          <a:p>
            <a:pPr lvl="1">
              <a:spcAft>
                <a:spcPts val="1200"/>
              </a:spcAft>
              <a:defRPr sz="2000">
                <a:solidFill>
                  <a:srgbClr val="05445E"/>
                </a:solidFill>
              </a:defRPr>
            </a:pPr>
            <a:r>
              <a:t>    • Supports multiple leaf shapes: Ellipse, Ovate, Obovate, etc.</a:t>
            </a:r>
          </a:p>
          <a:p>
            <a:pPr lvl="1">
              <a:spcAft>
                <a:spcPts val="1200"/>
              </a:spcAft>
              <a:defRPr sz="2000">
                <a:solidFill>
                  <a:srgbClr val="05445E"/>
                </a:solidFill>
              </a:defRPr>
            </a:pPr>
            <a:r>
              <a:t>    • Interactive adjustments: size, position, rotation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Edit Shape Feature:</a:t>
            </a:r>
          </a:p>
          <a:p>
            <a:pPr lvl="1">
              <a:spcAft>
                <a:spcPts val="1200"/>
              </a:spcAft>
              <a:defRPr sz="2000">
                <a:solidFill>
                  <a:srgbClr val="05445E"/>
                </a:solidFill>
              </a:defRPr>
            </a:pPr>
            <a:r>
              <a:t>    • Fine-tune fitted shape by dragging control points</a:t>
            </a:r>
          </a:p>
          <a:p>
            <a:pPr lvl="1">
              <a:spcAft>
                <a:spcPts val="1200"/>
              </a:spcAft>
              <a:defRPr sz="2000">
                <a:solidFill>
                  <a:srgbClr val="05445E"/>
                </a:solidFill>
              </a:defRPr>
            </a:pPr>
            <a:r>
              <a:t>    • Add/delete points for precise boundary control</a:t>
            </a:r>
          </a:p>
          <a:p>
            <a:pPr lvl="1">
              <a:spcAft>
                <a:spcPts val="1200"/>
              </a:spcAft>
              <a:defRPr sz="2000">
                <a:solidFill>
                  <a:srgbClr val="05445E"/>
                </a:solidFill>
              </a:defRPr>
            </a:pPr>
            <a:r>
              <a:t>    • Smooth function for natural curves</a:t>
            </a:r>
          </a:p>
          <a:p>
            <a:pPr lvl="1">
              <a:spcAft>
                <a:spcPts val="1200"/>
              </a:spcAft>
              <a:defRPr sz="2000">
                <a:solidFill>
                  <a:srgbClr val="05445E"/>
                </a:solidFill>
              </a:defRPr>
            </a:pPr>
            <a:r>
              <a:t>    • Preview shows original (blue) vs completed (green)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5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Leaf Completion Interface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10362895" cy="4754880"/>
          </a:xfrm>
          <a:prstGeom prst="roundRect">
            <a:avLst/>
          </a:prstGeom>
          <a:solidFill>
            <a:srgbClr val="EBF4F6"/>
          </a:solidFill>
          <a:ln w="25400">
            <a:solidFill>
              <a:srgbClr val="0883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3200400"/>
            <a:ext cx="4876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88395"/>
                </a:solidFill>
              </a:defRPr>
            </a:pPr>
            <a:r>
              <a:t>[ Insert Screenshot Here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05445E"/>
                </a:solidFill>
              </a:defRPr>
            </a:pPr>
            <a:r>
              <a:t>Original mask preview and completed shape with geometric fitting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5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Edit Completed Shape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10362895" cy="4754880"/>
          </a:xfrm>
          <a:prstGeom prst="roundRect">
            <a:avLst/>
          </a:prstGeom>
          <a:solidFill>
            <a:srgbClr val="EBF4F6"/>
          </a:solidFill>
          <a:ln w="25400">
            <a:solidFill>
              <a:srgbClr val="0883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3200400"/>
            <a:ext cx="4876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88395"/>
                </a:solidFill>
              </a:defRPr>
            </a:pPr>
            <a:r>
              <a:t>[ Insert Screenshot Here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05445E"/>
                </a:solidFill>
              </a:defRPr>
            </a:pPr>
            <a:r>
              <a:t>Fine-tune the fitted shape by dragging boundary points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5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Leaf Unfolding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Purpose: Unfold folded leaves for accurate measurements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How it works:</a:t>
            </a:r>
          </a:p>
          <a:p>
            <a:pPr lvl="1">
              <a:spcAft>
                <a:spcPts val="1200"/>
              </a:spcAft>
              <a:defRPr sz="2000">
                <a:solidFill>
                  <a:srgbClr val="05445E"/>
                </a:solidFill>
              </a:defRPr>
            </a:pPr>
            <a:r>
              <a:t>    • Select 2+ masks representing parts of a folded leaf</a:t>
            </a:r>
          </a:p>
          <a:p>
            <a:pPr lvl="1">
              <a:spcAft>
                <a:spcPts val="1200"/>
              </a:spcAft>
              <a:defRPr sz="2000">
                <a:solidFill>
                  <a:srgbClr val="05445E"/>
                </a:solidFill>
              </a:defRPr>
            </a:pPr>
            <a:r>
              <a:t>    • Masks are combined in the preview</a:t>
            </a:r>
          </a:p>
          <a:p>
            <a:pPr lvl="1">
              <a:spcAft>
                <a:spcPts val="1200"/>
              </a:spcAft>
              <a:defRPr sz="2000">
                <a:solidFill>
                  <a:srgbClr val="05445E"/>
                </a:solidFill>
              </a:defRPr>
            </a:pPr>
            <a:r>
              <a:t>    • Select which mask to rotate</a:t>
            </a:r>
          </a:p>
          <a:p>
            <a:pPr lvl="1">
              <a:spcAft>
                <a:spcPts val="1200"/>
              </a:spcAft>
              <a:defRPr sz="2000">
                <a:solidFill>
                  <a:srgbClr val="05445E"/>
                </a:solidFill>
              </a:defRPr>
            </a:pPr>
            <a:r>
              <a:t>    • Adjust rotation angle (5° steps or quick 90°/180°)</a:t>
            </a:r>
          </a:p>
          <a:p>
            <a:pPr lvl="1">
              <a:spcAft>
                <a:spcPts val="1200"/>
              </a:spcAft>
              <a:defRPr sz="2000">
                <a:solidFill>
                  <a:srgbClr val="05445E"/>
                </a:solidFill>
              </a:defRPr>
            </a:pPr>
            <a:r>
              <a:t>    • Choose pivot point: auto-detected junction or mask center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Result: Single unfolded mask for accurate phenotyping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5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ML-Based Shape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Alternative to geometric fitting for complex cases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Architecture: U-Net (encoder-decoder with skip connections)</a:t>
            </a:r>
          </a:p>
          <a:p>
            <a:pPr lvl="1">
              <a:spcAft>
                <a:spcPts val="1200"/>
              </a:spcAft>
              <a:defRPr sz="2000">
                <a:solidFill>
                  <a:srgbClr val="05445E"/>
                </a:solidFill>
              </a:defRPr>
            </a:pPr>
            <a:r>
              <a:t>    • Input: Partial binary mask (128×128)</a:t>
            </a:r>
          </a:p>
          <a:p>
            <a:pPr lvl="1">
              <a:spcAft>
                <a:spcPts val="1200"/>
              </a:spcAft>
              <a:defRPr sz="2000">
                <a:solidFill>
                  <a:srgbClr val="05445E"/>
                </a:solidFill>
              </a:defRPr>
            </a:pPr>
            <a:r>
              <a:t>    • Output: Completed binary mask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Training:</a:t>
            </a:r>
          </a:p>
          <a:p>
            <a:pPr lvl="1">
              <a:spcAft>
                <a:spcPts val="1200"/>
              </a:spcAft>
              <a:defRPr sz="2000">
                <a:solidFill>
                  <a:srgbClr val="05445E"/>
                </a:solidFill>
              </a:defRPr>
            </a:pPr>
            <a:r>
              <a:t>    • Dataset: Complete leaf masks</a:t>
            </a:r>
          </a:p>
          <a:p>
            <a:pPr lvl="1">
              <a:spcAft>
                <a:spcPts val="1200"/>
              </a:spcAft>
              <a:defRPr sz="2000">
                <a:solidFill>
                  <a:srgbClr val="05445E"/>
                </a:solidFill>
              </a:defRPr>
            </a:pPr>
            <a:r>
              <a:t>    • Synthetic occlusion: 30-50% randomly removed</a:t>
            </a:r>
          </a:p>
          <a:p>
            <a:pPr lvl="1">
              <a:spcAft>
                <a:spcPts val="1200"/>
              </a:spcAft>
              <a:defRPr sz="2000">
                <a:solidFill>
                  <a:srgbClr val="05445E"/>
                </a:solidFill>
              </a:defRPr>
            </a:pPr>
            <a:r>
              <a:t>    • Loss: BCE + Dice loss combination</a:t>
            </a:r>
          </a:p>
          <a:p>
            <a:pPr lvl="1">
              <a:spcAft>
                <a:spcPts val="1200"/>
              </a:spcAft>
              <a:defRPr sz="2000">
                <a:solidFill>
                  <a:srgbClr val="05445E"/>
                </a:solidFill>
              </a:defRPr>
            </a:pPr>
            <a:r>
              <a:t>    • Augmentation: rotation, flip, scale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Results: 95-98% IoU on synthetic test set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5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Shape Completion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88395"/>
                </a:solidFill>
              </a:defRPr>
            </a:pPr>
            <a:r>
              <a:t>Input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Data Preparation: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Complete leaf masks collected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Synthetic occlusion applied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Random shapes overlay masks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Leaf-shaped occlusions added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30-65% mask removed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88395"/>
                </a:solidFill>
              </a:defRPr>
            </a:pPr>
            <a:r>
              <a:t>Model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Training Process: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U-Net learns mask→mask mapping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No RGB needed, just binary masks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BCE + Dice loss function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15,000 training steps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Model saved as .pth file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5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Phenotype Metrics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Geometry Metrics:</a:t>
            </a:r>
          </a:p>
          <a:p>
            <a:pPr lvl="1">
              <a:spcAft>
                <a:spcPts val="1200"/>
              </a:spcAft>
              <a:defRPr sz="2000">
                <a:solidFill>
                  <a:srgbClr val="05445E"/>
                </a:solidFill>
              </a:defRPr>
            </a:pPr>
            <a:r>
              <a:t>    • Area (pixels and calibrated units)</a:t>
            </a:r>
          </a:p>
          <a:p>
            <a:pPr lvl="1">
              <a:spcAft>
                <a:spcPts val="1200"/>
              </a:spcAft>
              <a:defRPr sz="2000">
                <a:solidFill>
                  <a:srgbClr val="05445E"/>
                </a:solidFill>
              </a:defRPr>
            </a:pPr>
            <a:r>
              <a:t>    • Bounding box (x, y, width, height)</a:t>
            </a:r>
          </a:p>
          <a:p>
            <a:pPr lvl="1">
              <a:spcAft>
                <a:spcPts val="1200"/>
              </a:spcAft>
              <a:defRPr sz="2000">
                <a:solidFill>
                  <a:srgbClr val="05445E"/>
                </a:solidFill>
              </a:defRPr>
            </a:pPr>
            <a:r>
              <a:t>    • PCA-derived length and width</a:t>
            </a:r>
          </a:p>
          <a:p>
            <a:pPr lvl="1">
              <a:spcAft>
                <a:spcPts val="1200"/>
              </a:spcAft>
              <a:defRPr sz="2000">
                <a:solidFill>
                  <a:srgbClr val="05445E"/>
                </a:solidFill>
              </a:defRPr>
            </a:pPr>
            <a:r>
              <a:t>    • Perimeter and circularity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Color Statistics:</a:t>
            </a:r>
          </a:p>
          <a:p>
            <a:pPr lvl="1">
              <a:spcAft>
                <a:spcPts val="1200"/>
              </a:spcAft>
              <a:defRPr sz="2000">
                <a:solidFill>
                  <a:srgbClr val="05445E"/>
                </a:solidFill>
              </a:defRPr>
            </a:pPr>
            <a:r>
              <a:t>    • RGB channel means, medians, std dev</a:t>
            </a:r>
          </a:p>
          <a:p>
            <a:pPr lvl="1">
              <a:spcAft>
                <a:spcPts val="1200"/>
              </a:spcAft>
              <a:defRPr sz="2000">
                <a:solidFill>
                  <a:srgbClr val="05445E"/>
                </a:solidFill>
              </a:defRPr>
            </a:pPr>
            <a:r>
              <a:t>    • HSV channel statistics</a:t>
            </a:r>
          </a:p>
          <a:p>
            <a:pPr lvl="1">
              <a:spcAft>
                <a:spcPts val="1200"/>
              </a:spcAft>
              <a:defRPr sz="2000">
                <a:solidFill>
                  <a:srgbClr val="05445E"/>
                </a:solidFill>
              </a:defRPr>
            </a:pPr>
            <a:r>
              <a:t>    • Useful for health/stress analysis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Export: CSV format with all selected masks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5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88395"/>
                </a:solidFill>
              </a:defRPr>
            </a:pPr>
            <a:r>
              <a:t>Dependencies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Core Libraries: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Python 3.11+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PyTorch (model inference)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OpenCV (image processing)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NumPy (array operations)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Tkinter (GUI framework)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88395"/>
                </a:solidFill>
              </a:defRPr>
            </a:pPr>
            <a:r>
              <a:t>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Key Algorithms: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SAM2 automatic mask generation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cv2.fitEllipse() for shape fitting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cv2.approxPolyDP() for contours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PCA for orientation analysis</a:t>
            </a:r>
          </a:p>
          <a:p>
            <a:pPr>
              <a:spcAft>
                <a:spcPts val="800"/>
              </a:spcAft>
              <a:defRPr sz="2000">
                <a:solidFill>
                  <a:srgbClr val="05445E"/>
                </a:solidFill>
              </a:defRPr>
            </a:pPr>
            <a:r>
              <a:t>• Connected components for splits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5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Typical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1. Load SAM2 model bundle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2. Open image or browse folder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3. Click 'Segment' for automatic mask generation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4. Review and select relevant masks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5. Edit masks if needed (combine, refine, edit boundary)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6. Use Leaf Completion for occluded leaves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7. Use Leaf Unfolding for folded leaves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8. Export selected masks and metrics to CSV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9. Repeat for batch processing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5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Fine-tuning SAM2 on plant-specific datasets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Integration with ImageJ/Fiji for advanced analysis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3D reconstruction from multiple views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Time-series growth tracking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Disease detection and classification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Cloud deployment for collaborative work</a:t>
            </a:r>
          </a:p>
          <a:p>
            <a:pPr>
              <a:spcAft>
                <a:spcPts val="1200"/>
              </a:spcAft>
              <a:defRPr sz="2400">
                <a:solidFill>
                  <a:srgbClr val="05445E"/>
                </a:solidFill>
              </a:defRPr>
            </a:pPr>
            <a:r>
              <a:t>• Mobile app for field phenotyping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7AB2B2"/>
                </a:solidFill>
              </a:defRPr>
            </a:pPr>
            <a:r>
              <a:t>SAM2-powered segmentation • Interactive editing • Shape completion • Phenotype export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7AB2B2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